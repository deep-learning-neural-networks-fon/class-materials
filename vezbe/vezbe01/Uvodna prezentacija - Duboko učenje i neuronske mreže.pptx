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520" y="5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d0330f05c1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d0330f05c1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d0330f05c1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d0330f05c1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d08a520887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d08a520887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d0330f05c1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d0330f05c1_0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d08a52088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d08a52088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descr="THAT'S TOO BIG LETTERS NOW, FIND THE MIDDL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 descr="beautify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5" descr="Can you put a period next to Dr. Zoran Sevarc on slide three, like Dr. Djuric?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6" descr="Beautify this slid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7" title="QRCode for Provera predznanja - Duboko učenje i neuronske mrež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00826" y="152400"/>
            <a:ext cx="4838698" cy="48386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7" baseType="lpstr">
      <vt:lpstr>Arial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Gaga</dc:creator>
  <cp:lastModifiedBy>Dragica S. Ljubisavljević</cp:lastModifiedBy>
  <cp:revision>1</cp:revision>
  <dcterms:modified xsi:type="dcterms:W3CDTF">2026-03-29T08:37:31Z</dcterms:modified>
</cp:coreProperties>
</file>